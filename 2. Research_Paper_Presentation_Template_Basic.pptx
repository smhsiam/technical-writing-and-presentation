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74720"/>
            <a:ext cx="1051560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 of the Research Paper]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747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[Author 1, Author 2, Author 3]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[Journal / Conference Name, Year]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[Your Name]  |  ID: [Student ID]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[Course Name]  |  [University Name]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[Background of the research]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[Why this topic is important]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[Motivation of the study]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[What problem does the paper address?]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[...]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[...]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[...]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 et al., Year] – [Method] – [Limitation]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 et al., Year] – [Method] – [Limitation]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[Research gap identified]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[Name, size, source]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[Techniques / algorithms used]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[Software / experimental setup]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[Steps: Step 1 → Step 2 → Step 3]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chart, graph or table from the paper]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1: [...]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2: [...]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[...]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[...]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opinion: [...]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[Main contribution of the paper]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[Most important result]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[...]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[Author(s)], "[Title]," [Journal/Conference], vol. [X], pp. [XX–XX], [Year].</a:t>
            </a:r>
            <a:endParaRPr lang="en-US" sz="2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[Author(s)], "[Title]," [Journal/Conference], [Year].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747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2026-09-16T14:38:07Z</dcterms:created>
  <dcterms:modified xsi:type="dcterms:W3CDTF">2026-09-16T14:38:07Z</dcterms:modified>
</cp:coreProperties>
</file>